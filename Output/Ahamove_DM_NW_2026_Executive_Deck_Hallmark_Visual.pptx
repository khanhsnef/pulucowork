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" y="237744"/>
            <a:ext cx="11338560" cy="6382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
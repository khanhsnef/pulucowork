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417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0A2F54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F7F3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CÁO VẬN HÀNH DM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7F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REVIEW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1371600" cy="36576"/>
          </a:xfrm>
          <a:prstGeom prst="rect">
            <a:avLst/>
          </a:prstGeom>
          <a:solidFill>
            <a:srgbClr val="FF7F32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743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Tuần: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[Tuần XX — DD/MM ~ DD/MM/YYYY]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108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Khu vực: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SGN &amp; HAN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474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[Tên người trình bày]</a:t>
            </a:r>
            <a:endParaRPr lang="en-US" sz="13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1463040"/>
            <a:ext cx="1097280" cy="109728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A2F54"/>
          </a:solidFill>
          <a:ln/>
        </p:spPr>
      </p:sp>
      <p:sp>
        <p:nvSpPr>
          <p:cNvPr id="12" name="Text 9"/>
          <p:cNvSpPr/>
          <p:nvPr/>
        </p:nvSpPr>
        <p:spPr>
          <a:xfrm>
            <a:off x="548640" y="47091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Ahamove — Driver Management Team | Confidential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7F3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74320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20116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4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Dashboard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31520" y="594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Sức khỏe vận hành — Nắm bắt KPI trong 30 giây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365760" y="868680"/>
            <a:ext cx="84124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51560"/>
          <a:ext cx="841248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914400"/>
                <a:gridCol w="914400"/>
                <a:gridCol w="731520"/>
                <a:gridCol w="640080"/>
                <a:gridCol w="640080"/>
                <a:gridCol w="2926080"/>
              </a:tblGrid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Chỉ số (Metric)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1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Thực tế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1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Mục tiêu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1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1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1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1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Xu hướng 8W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17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Supply Hours (SH)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[Actual]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[Target]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🟢/🟡/🔴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i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[Sparkline]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Drivers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[Actual]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[Target]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🟢/🟡/🔴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i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[Sparkline]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Cancel Rate (CR)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[Actual]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[Target]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🟢/🟡/🔴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i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[Sparkline]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Fulfillment Rate (FR)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[Actual]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[Target]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🟢/🟡/🔴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i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[Sparkline]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Retention Rate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[Actual]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[Target]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🟢/🟡/🔴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i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[Sparkline]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RPH (Rev/Hour)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[Actual]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[Target]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🟢/🟡/🔴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i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[Sparkline]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EPH (Earning/Hour)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[Actual]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[Target]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🟢/🟡/🔴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i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[Sparkline]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LCD Rate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[Actual]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[Target]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🟢/🟡/🔴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i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[Sparkline]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Productivity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[Actual]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[Target]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🟢/🟡/🔴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i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[Sparkline]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365760" y="4343400"/>
            <a:ext cx="8412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365760" y="4343400"/>
            <a:ext cx="54864" cy="365760"/>
          </a:xfrm>
          <a:prstGeom prst="rect">
            <a:avLst/>
          </a:prstGeom>
          <a:solidFill>
            <a:srgbClr val="FF7F32"/>
          </a:solidFill>
          <a:ln/>
        </p:spPr>
      </p:sp>
      <p:sp>
        <p:nvSpPr>
          <p:cNvPr id="10" name="Text 6"/>
          <p:cNvSpPr/>
          <p:nvPr/>
        </p:nvSpPr>
        <p:spPr>
          <a:xfrm>
            <a:off x="502920" y="437083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7F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Hướng dẫn: </a:t>
            </a:r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Điền Actual/Target từ data warehouse. Sparkline: chèn mini-chart xu hướng 8 tuần. Status: 🟢 On-track | 🟡 At-risk | 🔴 Off-track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274320" y="4800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Ahamove — Driver Management | Confidential</a:t>
            </a:r>
            <a:endParaRPr lang="en-US" sz="700" dirty="0"/>
          </a:p>
        </p:txBody>
      </p:sp>
      <p:sp>
        <p:nvSpPr>
          <p:cNvPr id="12" name="Text 8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7F3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74320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20116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4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Summary: Highlights &amp; Lowlights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31520" y="594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Trọng tâm tuần — Kết quả thực thi &amp; Kế hoạch hành động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365760" y="868680"/>
            <a:ext cx="84124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65760" y="1051560"/>
            <a:ext cx="397764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65760" y="1051560"/>
            <a:ext cx="54864" cy="192024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04672" y="1097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548640" y="1417320"/>
            <a:ext cx="3611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[Kết quả tích cực #1 — liên kết KPI cụ thể]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[Kết quả tích cực #2 — so sánh WoW/MoM]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[Kết quả tích cực #3 — impact đo lường được]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4800600" y="1051560"/>
            <a:ext cx="397764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800600" y="1051560"/>
            <a:ext cx="54864" cy="192024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1143000"/>
            <a:ext cx="201168" cy="20116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239512" y="1097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LOWLIGHTS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4983480" y="1417320"/>
            <a:ext cx="3611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[Vấn đề #1 — metric nào bị lệch, mức độ]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[Vấn đề #2 — segment/khu vực bị ảnh hưởng]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[Vấn đề #3 — mức độ ưu tiên xử lý]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365760" y="3154680"/>
            <a:ext cx="841248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365760" y="3154680"/>
            <a:ext cx="54864" cy="1508760"/>
          </a:xfrm>
          <a:prstGeom prst="rect">
            <a:avLst/>
          </a:prstGeom>
          <a:solidFill>
            <a:srgbClr val="0E4174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218688"/>
            <a:ext cx="182880" cy="18288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04672" y="31821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ĐÃ THỰC THI TUẦN QUA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493008"/>
          <a:ext cx="804672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103120"/>
                <a:gridCol w="1645920"/>
                <a:gridCol w="1371600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1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Kết quả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1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 (KPI)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1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174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[Action #1 từ tuần trước]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[Kết quả đo lường]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[+/-% KPI]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✅/⚠️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[Action #2 từ tuần trước]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[Kết quả đo lường]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[+/-% KPI]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✅/⚠️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[Action #3 từ tuần trước]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[Kết quả đo lường]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[+/-% KPI]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✅/⚠️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Text 15"/>
          <p:cNvSpPr/>
          <p:nvPr/>
        </p:nvSpPr>
        <p:spPr>
          <a:xfrm>
            <a:off x="274320" y="4800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Ahamove — Driver Management | Confidential</a:t>
            </a:r>
            <a:endParaRPr lang="en-US" sz="700" dirty="0"/>
          </a:p>
        </p:txBody>
      </p:sp>
      <p:sp>
        <p:nvSpPr>
          <p:cNvPr id="23" name="Text 16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7F3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74320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20116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4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Review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31520" y="594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 Campaign / Promotion tuần (nếu có)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365760" y="868680"/>
            <a:ext cx="84124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65760" y="1051560"/>
            <a:ext cx="397764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65760" y="1051560"/>
            <a:ext cx="54864" cy="3017520"/>
          </a:xfrm>
          <a:prstGeom prst="rect">
            <a:avLst/>
          </a:prstGeom>
          <a:solidFill>
            <a:srgbClr val="FF7F32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10972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F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QUAN CP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1508760"/>
            <a:ext cx="3611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Tên CP: [Tên chương trình]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Thời gian: [DD/MM - DD/MM]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tiêu: [Mô tả mục tiêu]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Ngân sách: [Số tiền / % đã dùng]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Kênh: [Bike / Enterprise / Cả hai]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48640" y="3749040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4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Bóc tách theo: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 | PT | NIM | NLM | ALL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800600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4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 ĐO LƯỜNG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800600" y="1417320"/>
            <a:ext cx="187452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937760" y="149047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4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[Số]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4937760" y="194767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 TX tham gia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858000" y="1417320"/>
            <a:ext cx="187452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995160" y="149047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4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6995160" y="194767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đạt target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4800600" y="2468880"/>
            <a:ext cx="187452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4937760" y="254203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4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[VND]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4937760" y="299923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CPO impact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6858000" y="2468880"/>
            <a:ext cx="187452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6995160" y="254203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4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[x.x]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6995160" y="299923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800600" y="3566160"/>
            <a:ext cx="39776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800600" y="356616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3630168"/>
            <a:ext cx="164592" cy="164592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5212080" y="35935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000" dirty="0"/>
          </a:p>
        </p:txBody>
      </p:sp>
      <p:sp>
        <p:nvSpPr>
          <p:cNvPr id="29" name="Text 25"/>
          <p:cNvSpPr/>
          <p:nvPr/>
        </p:nvSpPr>
        <p:spPr>
          <a:xfrm>
            <a:off x="4983480" y="384048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[Nhận định: CP này đã tác động thế nào? Có nên tiếp tục? Điều chỉnh gì?]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274320" y="4800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Ahamove — Driver Management | Confidential</a:t>
            </a:r>
            <a:endParaRPr lang="en-US" sz="700" dirty="0"/>
          </a:p>
        </p:txBody>
      </p:sp>
      <p:sp>
        <p:nvSpPr>
          <p:cNvPr id="31" name="Text 27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7F3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74320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20116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4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Performance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31520" y="594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· Supply Hour · Productivity · RPH · EPH — SGN &amp; HAN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365760" y="868680"/>
            <a:ext cx="84124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65760" y="1005840"/>
            <a:ext cx="8412480" cy="27432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4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Segments:  FT (Full-time)  |  PT (Part-time)  |  NIM (New In Month)  |  NLM (New Last Month)  |  ALL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365760" y="14173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7F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HCM (SGN)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664208"/>
          <a:ext cx="841248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097280"/>
                <a:gridCol w="1097280"/>
                <a:gridCol w="1097280"/>
                <a:gridCol w="1097280"/>
                <a:gridCol w="1097280"/>
                <a:gridCol w="1463040"/>
              </a:tblGrid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1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1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1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1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NLM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1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1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WoW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174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Drivers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[--]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[--]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[--]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[--]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[--]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[--]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Supply Hours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[--]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[--]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[--]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[--]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[--]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[--]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Productivity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[--]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[--]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[--]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[--]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[--]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[--]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[--]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[--]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[--]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[--]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[--]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[--]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[--]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[--]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[--]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[--]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[--]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[--]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65760" y="318211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7F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 NỘI (HAN)</a:t>
            </a:r>
            <a:endParaRPr lang="en-US" sz="11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429000"/>
          <a:ext cx="841248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097280"/>
                <a:gridCol w="1097280"/>
                <a:gridCol w="1097280"/>
                <a:gridCol w="1097280"/>
                <a:gridCol w="1097280"/>
                <a:gridCol w="1463040"/>
              </a:tblGrid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1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1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1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1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NLM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1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1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WoW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174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Drivers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[--]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[--]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[--]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[--]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[--]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[--]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Supply Hours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[--]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[--]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[--]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[--]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[--]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[--]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Productivity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[--]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[--]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[--]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[--]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[--]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[--]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[--]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[--]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[--]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[--]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[--]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[--]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[--]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[--]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[--]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[--]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[--]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[--]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 8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7F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</a:t>
            </a:r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[Giảm/Tăng ở đâu? Do segment nào? Nguyên nhân: chính sách đối thủ / vận hành nội bộ / ngoại cảnh?]</a:t>
            </a:r>
            <a:endParaRPr lang="en-US" sz="800" dirty="0"/>
          </a:p>
        </p:txBody>
      </p:sp>
      <p:sp>
        <p:nvSpPr>
          <p:cNvPr id="14" name="Text 9"/>
          <p:cNvSpPr/>
          <p:nvPr/>
        </p:nvSpPr>
        <p:spPr>
          <a:xfrm>
            <a:off x="274320" y="4800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Ahamove — Driver Management | Confidential</a:t>
            </a:r>
            <a:endParaRPr lang="en-US" sz="700" dirty="0"/>
          </a:p>
        </p:txBody>
      </p:sp>
      <p:sp>
        <p:nvSpPr>
          <p:cNvPr id="15" name="Text 10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7F3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74320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20116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4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Analysis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31520" y="594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Tỷ lệ giữ chân tài xế — Bóc tách biến động theo thời điểm &amp; segment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365760" y="868680"/>
            <a:ext cx="84124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65760" y="1051560"/>
            <a:ext cx="484632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48640" y="16002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[CHÈN BIỂU ĐỒ RETENTION TREND]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21488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Rate by Week — 8W trend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Segment: FT | PT | NIM | NLM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394960" y="1051560"/>
            <a:ext cx="338328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532120" y="10972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4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6492240" y="106984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Rate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(Overall)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492240" y="146304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Target: [%]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5394960" y="1828800"/>
            <a:ext cx="338328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532120" y="18745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4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6492240" y="184708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Driver (W1)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492240" y="224028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WoW: [+/-%]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5394960" y="2606040"/>
            <a:ext cx="338328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5532120" y="26517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4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6492240" y="262432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(This Week)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492240" y="301752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reason: [...]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365760" y="3520440"/>
            <a:ext cx="841248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365760" y="3520440"/>
            <a:ext cx="54864" cy="114300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593592"/>
            <a:ext cx="182880" cy="18288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804672" y="35478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ANALYSIS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548640" y="38404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[Biến động tập trung vào khoảng thời gian nào? Tuần nào?]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[Nguyên nhân cốt lõi: (1) Chính sách đối thủ (2) Vận hành nội bộ (3) Yếu tố ngoại cảnh]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[Segment nào bị ảnh hưởng nhiều nhất? FT hay NIM?]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274320" y="4800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Ahamove — Driver Management | Confidential</a:t>
            </a:r>
            <a:endParaRPr lang="en-US" sz="700" dirty="0"/>
          </a:p>
        </p:txBody>
      </p:sp>
      <p:sp>
        <p:nvSpPr>
          <p:cNvPr id="28" name="Text 24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7F3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74320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20116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4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Rate &amp; LCD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31520" y="594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tích tỷ lệ hủy &amp; Late Cancel — theo khu vực, segment, giờ cao điểm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365760" y="868680"/>
            <a:ext cx="84124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65760" y="1051560"/>
            <a:ext cx="26974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02920" y="1115568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" name="Text 6"/>
          <p:cNvSpPr/>
          <p:nvPr/>
        </p:nvSpPr>
        <p:spPr>
          <a:xfrm>
            <a:off x="502920" y="1280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4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463040" y="10972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 Overall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463040" y="14630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[%]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3246120" y="1051560"/>
            <a:ext cx="26974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383280" y="1115568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4" name="Text 11"/>
          <p:cNvSpPr/>
          <p:nvPr/>
        </p:nvSpPr>
        <p:spPr>
          <a:xfrm>
            <a:off x="3383280" y="1280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4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4343400" y="10972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LCD Rate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343400" y="14630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[%]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6126480" y="1051560"/>
            <a:ext cx="26974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263640" y="1115568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9" name="Text 16"/>
          <p:cNvSpPr/>
          <p:nvPr/>
        </p:nvSpPr>
        <p:spPr>
          <a:xfrm>
            <a:off x="6263640" y="1280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4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[%]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7223760" y="10972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 Peak Hours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(11h-13h)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7223760" y="14630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Off-peak: [%]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365760" y="20116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BÓC TÁCH THEO SEGMENT &amp; KHU VỰC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286000"/>
          <a:ext cx="841248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371600"/>
                <a:gridCol w="1371600"/>
                <a:gridCol w="1371600"/>
                <a:gridCol w="1371600"/>
                <a:gridCol w="1463040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1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1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1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1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NLM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1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174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SGN — CR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SGN — LCD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 — CR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 — LCD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4" name="Shape 20"/>
          <p:cNvSpPr/>
          <p:nvPr/>
        </p:nvSpPr>
        <p:spPr>
          <a:xfrm>
            <a:off x="365760" y="3566160"/>
            <a:ext cx="841248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365760" y="3566160"/>
            <a:ext cx="54864" cy="109728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639312"/>
            <a:ext cx="182880" cy="18288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804672" y="35935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&amp; ROOT CAUSE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548640" y="388620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[CR tăng ở khu vực/segment nào? Tập trung vào khung giờ nào?]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[Nguyên nhân: Loại đơn (Bulky?), thù lao, TX mới chưa quen?]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[Đề xuất: Hành động cụ thể để giảm CR tuần tới]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274320" y="4800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Ahamove — Driver Management | Confidential</a:t>
            </a:r>
            <a:endParaRPr lang="en-US" sz="700" dirty="0"/>
          </a:p>
        </p:txBody>
      </p:sp>
      <p:sp>
        <p:nvSpPr>
          <p:cNvPr id="30" name="Text 25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7F3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74320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20116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4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 · GDR · MiniHub · Core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31520" y="594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Time · Good Delivery Rate · Hub Operations · Core Pool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365760" y="868680"/>
            <a:ext cx="84124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65760" y="1051560"/>
            <a:ext cx="39776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02920" y="10972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 (Completion Time Rate)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02920" y="141732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SGN: [%]  |  HAN: [%]  |  Target: [%]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WoW: [+/-%]  |  Trend: [↑↓→]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[Khu vực/dịch vụ nào chậm nhất? Tại sao?]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800600" y="1051560"/>
            <a:ext cx="39776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937760" y="10972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GDR (Good Delivery Rate)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937760" y="141732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SGN: [%]  |  HAN: [%]  |  Target: [%]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WoW: [+/-%]  |  Trend: [↑↓→]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[Loại lỗi phổ biến nhất? Segment nào?]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65760" y="2880360"/>
            <a:ext cx="39776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65760" y="2880360"/>
            <a:ext cx="54864" cy="1645920"/>
          </a:xfrm>
          <a:prstGeom prst="rect">
            <a:avLst/>
          </a:prstGeom>
          <a:solidFill>
            <a:srgbClr val="FF7F32"/>
          </a:solidFill>
          <a:ln/>
        </p:spPr>
      </p:sp>
      <p:sp>
        <p:nvSpPr>
          <p:cNvPr id="15" name="Text 12"/>
          <p:cNvSpPr/>
          <p:nvPr/>
        </p:nvSpPr>
        <p:spPr>
          <a:xfrm>
            <a:off x="502920" y="29260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7F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MINIHUB OPERATIONS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02920" y="324612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 Hub active: [Số]  |  TX/Hub: [Số]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Throughput: [đơn/giờ]  |  SLA: [%]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WoW: [+/-]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[Hub nào đang bottleneck? Cần điều chỉnh gì?]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800600" y="2880360"/>
            <a:ext cx="39776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800600" y="2880360"/>
            <a:ext cx="54864" cy="1645920"/>
          </a:xfrm>
          <a:prstGeom prst="rect">
            <a:avLst/>
          </a:prstGeom>
          <a:solidFill>
            <a:srgbClr val="0E4174"/>
          </a:solidFill>
          <a:ln/>
        </p:spPr>
      </p:sp>
      <p:sp>
        <p:nvSpPr>
          <p:cNvPr id="19" name="Text 16"/>
          <p:cNvSpPr/>
          <p:nvPr/>
        </p:nvSpPr>
        <p:spPr>
          <a:xfrm>
            <a:off x="4937760" y="29260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DRIVER POOL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937760" y="324612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size: [Số TX]  |  % tổng: [%]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orders/day: [Số]  |  Score: [X/10]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WoW: [+/- TX]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[Chất lượng Core đang tăng/giảm? Cần điều chỉnh tier?]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274320" y="4800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Ahamove — Driver Management | Confidential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7F3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74320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20116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4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Deep Dive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31520" y="594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Giải quyết dứt điểm vấn đề #1 tuần — Phương pháp 5 Whys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365760" y="868680"/>
            <a:ext cx="84124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65760" y="1051560"/>
            <a:ext cx="84124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65760" y="1051560"/>
            <a:ext cx="54864" cy="5486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10972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VẤN ĐỀ: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[Mô tả vấn đề cụ thể với metric — VD: CR đang ở mức 21.2%, vượt target 19%]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1828800"/>
            <a:ext cx="292608" cy="292608"/>
          </a:xfrm>
          <a:prstGeom prst="ellipse">
            <a:avLst/>
          </a:prstGeom>
          <a:solidFill>
            <a:srgbClr val="0E4174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18288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68680" y="178308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Tại sao [hiện tượng]?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3931920" y="1783080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7F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251960" y="178308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[Điền nguyên nhân bề mặt]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03504" y="2148840"/>
            <a:ext cx="0" cy="146304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57200" y="2340864"/>
            <a:ext cx="292608" cy="292608"/>
          </a:xfrm>
          <a:prstGeom prst="ellipse">
            <a:avLst/>
          </a:prstGeom>
          <a:solidFill>
            <a:srgbClr val="0E4174"/>
          </a:solidFill>
          <a:ln/>
        </p:spPr>
      </p:sp>
      <p:sp>
        <p:nvSpPr>
          <p:cNvPr id="17" name="Text 14"/>
          <p:cNvSpPr/>
          <p:nvPr/>
        </p:nvSpPr>
        <p:spPr>
          <a:xfrm>
            <a:off x="457200" y="23408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868680" y="2295144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Tại sao [nguyên nhân 1]?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3931920" y="2295144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7F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251960" y="2295144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[Điền nguyên nhân sâu hơn]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603504" y="2660904"/>
            <a:ext cx="0" cy="146304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57200" y="2852928"/>
            <a:ext cx="292608" cy="292608"/>
          </a:xfrm>
          <a:prstGeom prst="ellipse">
            <a:avLst/>
          </a:prstGeom>
          <a:solidFill>
            <a:srgbClr val="0E4174"/>
          </a:solidFill>
          <a:ln/>
        </p:spPr>
      </p:sp>
      <p:sp>
        <p:nvSpPr>
          <p:cNvPr id="23" name="Text 20"/>
          <p:cNvSpPr/>
          <p:nvPr/>
        </p:nvSpPr>
        <p:spPr>
          <a:xfrm>
            <a:off x="457200" y="28529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868680" y="280720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Tại sao [nguyên nhân 2]?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3931920" y="2807208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7F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4251960" y="2807208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[Điền nguyên nhân sâu hơn]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603504" y="3172968"/>
            <a:ext cx="0" cy="146304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57200" y="3364992"/>
            <a:ext cx="292608" cy="292608"/>
          </a:xfrm>
          <a:prstGeom prst="ellipse">
            <a:avLst/>
          </a:prstGeom>
          <a:solidFill>
            <a:srgbClr val="0E4174"/>
          </a:solidFill>
          <a:ln/>
        </p:spPr>
      </p:sp>
      <p:sp>
        <p:nvSpPr>
          <p:cNvPr id="29" name="Text 26"/>
          <p:cNvSpPr/>
          <p:nvPr/>
        </p:nvSpPr>
        <p:spPr>
          <a:xfrm>
            <a:off x="457200" y="33649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W4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868680" y="331927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Tại sao [nguyên nhân 3]?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3931920" y="3319272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7F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4251960" y="3319272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[Điền nguyên nhân sâu hơn]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603504" y="3685032"/>
            <a:ext cx="0" cy="146304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57200" y="3877056"/>
            <a:ext cx="292608" cy="29260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5" name="Text 32"/>
          <p:cNvSpPr/>
          <p:nvPr/>
        </p:nvSpPr>
        <p:spPr>
          <a:xfrm>
            <a:off x="457200" y="38770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W5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868680" y="3831336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Tại sao [nguyên nhân 4]?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3931920" y="3831336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7F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4251960" y="3831336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[GỐC RỄ — Nguyên nhân cốt lõi]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365760" y="4434840"/>
            <a:ext cx="84124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365760" y="4434840"/>
            <a:ext cx="54864" cy="457200"/>
          </a:xfrm>
          <a:prstGeom prst="rect">
            <a:avLst/>
          </a:prstGeom>
          <a:solidFill>
            <a:srgbClr val="FF7F32"/>
          </a:solidFill>
          <a:ln/>
        </p:spPr>
      </p:sp>
      <p:pic>
        <p:nvPicPr>
          <p:cNvPr id="4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480560"/>
            <a:ext cx="164592" cy="164592"/>
          </a:xfrm>
          <a:prstGeom prst="rect">
            <a:avLst/>
          </a:prstGeom>
        </p:spPr>
      </p:pic>
      <p:sp>
        <p:nvSpPr>
          <p:cNvPr id="42" name="Text 38"/>
          <p:cNvSpPr/>
          <p:nvPr/>
        </p:nvSpPr>
        <p:spPr>
          <a:xfrm>
            <a:off x="548640" y="44805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7F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KẾT LUẬN GỐC RỄ: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[Điền kết luận gọn lại trong 1-2 câu]</a:t>
            </a:r>
            <a:endParaRPr lang="en-US" sz="1000" dirty="0"/>
          </a:p>
        </p:txBody>
      </p:sp>
      <p:sp>
        <p:nvSpPr>
          <p:cNvPr id="43" name="Text 39"/>
          <p:cNvSpPr/>
          <p:nvPr/>
        </p:nvSpPr>
        <p:spPr>
          <a:xfrm>
            <a:off x="274320" y="4800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Ahamove — Driver Management | Confidential</a:t>
            </a:r>
            <a:endParaRPr lang="en-US" sz="700" dirty="0"/>
          </a:p>
        </p:txBody>
      </p:sp>
      <p:sp>
        <p:nvSpPr>
          <p:cNvPr id="44" name="Text 40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7F3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74320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20116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4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Tracker &amp; Ownership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31520" y="594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 lệch → Hành động → Người chịu trách nhiệm → Deadline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365760" y="868680"/>
            <a:ext cx="84124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51560"/>
          <a:ext cx="841248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645920"/>
                <a:gridCol w="2011680"/>
                <a:gridCol w="914400"/>
                <a:gridCol w="731520"/>
                <a:gridCol w="914400"/>
                <a:gridCol w="91440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Chỉ số lệch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1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Nguyên nhân cốt lõi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1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Hành động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1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 kỳ vọng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1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1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Timeline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1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17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[Metric #1]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[Root cause]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[Action cụ thể]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[Target]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[Tên]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[DD/MM]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🟢/🟡/🔴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[Metric #2]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[Root cause]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[Action cụ thể]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[Target]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[Tên]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[DD/MM]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🟢/🟡/🔴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[Metric #3]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[Root cause]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[Action cụ thể]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[Target]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[Tên]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[DD/MM]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🟢/🟡/🔴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[Metric #4]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[Root cause]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[Action cụ thể]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[Target]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[Tên]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[DD/MM]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🟢/🟡/🔴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[Metric #5]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[Root cause]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[Action cụ thể]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[Target]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[Tên]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[DD/MM]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🟢/🟡/🔴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365760" y="32004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7F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PHỐI HỢP TRUYỀN THÔNG &amp; SỰ KIỆN</a:t>
            </a:r>
            <a:endParaRPr lang="en-US" sz="11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474720"/>
          <a:ext cx="841248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560320"/>
                <a:gridCol w="1645920"/>
                <a:gridCol w="822960"/>
                <a:gridCol w="1005840"/>
                <a:gridCol w="118872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Pillar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F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F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KPI/Output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F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F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Deadline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F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F3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Communication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[Task chi tiết]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[KPI]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[Tên]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[DD/MM]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🟢/🟡/🔴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[Task chi tiết]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[KPI]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[Tên]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[DD/MM]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🟢/🟡/🔴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Community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[Task chi tiết]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[KPI]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[Tên]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[DD/MM]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🟢/🟡/🔴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5"/>
          <p:cNvSpPr/>
          <p:nvPr/>
        </p:nvSpPr>
        <p:spPr>
          <a:xfrm>
            <a:off x="274320" y="4800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Ahamove — Driver Management | Confidential</a:t>
            </a:r>
            <a:endParaRPr lang="en-US" sz="700" dirty="0"/>
          </a:p>
        </p:txBody>
      </p:sp>
      <p:sp>
        <p:nvSpPr>
          <p:cNvPr id="11" name="Text 6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7F3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74320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20116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4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 Hoạch Tuần Tới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31520" y="594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Priorities · Targets · Resources · Project Milestones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365760" y="868680"/>
            <a:ext cx="84124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65760" y="1051560"/>
            <a:ext cx="484632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65760" y="1051560"/>
            <a:ext cx="54864" cy="1920240"/>
          </a:xfrm>
          <a:prstGeom prst="rect">
            <a:avLst/>
          </a:prstGeom>
          <a:solidFill>
            <a:srgbClr val="0E4174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1097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PRIORITIES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1417320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P0: [Mục tiêu số 1 — metric cụ thể, target, deadline]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P1: [Mục tiêu số 2 — metric cụ thể, target, deadline]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P2: [Mục tiêu số 3 — metric cụ thể, target, deadline]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P3: [Mục tiêu phụ — nice-to-have]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394960" y="1051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7F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TIÊU TUẦN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394960" y="1417320"/>
            <a:ext cx="33832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486400" y="143560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4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[Target]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6355080" y="143560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Hours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355080" y="164592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SGN + HAN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5394960" y="1947672"/>
            <a:ext cx="33832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5486400" y="196596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4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[&lt; %]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6355080" y="196596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355080" y="217627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5394960" y="2478024"/>
            <a:ext cx="33832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5486400" y="2496312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4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[&gt; %]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6355080" y="249631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355080" y="2706624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Drivers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365760" y="3154680"/>
            <a:ext cx="841248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365760" y="3154680"/>
            <a:ext cx="54864" cy="1371600"/>
          </a:xfrm>
          <a:prstGeom prst="rect">
            <a:avLst/>
          </a:prstGeom>
          <a:solidFill>
            <a:srgbClr val="0E4174"/>
          </a:solidFill>
          <a:ln/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18688"/>
            <a:ext cx="182880" cy="182880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804672" y="31821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PORTFOLIO &amp; ROADMAP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493008"/>
          <a:ext cx="804672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828800"/>
                <a:gridCol w="1920240"/>
                <a:gridCol w="1737360"/>
                <a:gridCol w="1737360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Ưu tiên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1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Dự án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1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Milestone hiện tại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1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Rào cản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1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Đề xuất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174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🔴 High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[Tên dự án]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[Milestone]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[Blocker]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[Đề xuất]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Med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[Tên dự án]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[Milestone]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[Blocker]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[Đề xuất]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🟢 Low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[Tên dự án]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[Milestone]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[Blocker]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[Đề xuất]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9" name="Text 24"/>
          <p:cNvSpPr/>
          <p:nvPr/>
        </p:nvSpPr>
        <p:spPr>
          <a:xfrm>
            <a:off x="365760" y="4754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7F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VOICES: </a:t>
            </a:r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[Tóm tắt 1-2 phản hồi nổi bật từ tài xế tuần này — sentiment + action needed]</a:t>
            </a:r>
            <a:endParaRPr lang="en-US" sz="800" dirty="0"/>
          </a:p>
        </p:txBody>
      </p:sp>
      <p:sp>
        <p:nvSpPr>
          <p:cNvPr id="30" name="Text 25"/>
          <p:cNvSpPr/>
          <p:nvPr/>
        </p:nvSpPr>
        <p:spPr>
          <a:xfrm>
            <a:off x="274320" y="4800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Ahamove — Driver Management | Confidential</a:t>
            </a:r>
            <a:endParaRPr lang="en-US" sz="700" dirty="0"/>
          </a:p>
        </p:txBody>
      </p:sp>
      <p:sp>
        <p:nvSpPr>
          <p:cNvPr id="31" name="Text 26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DM Weekly Review Template</dc:title>
  <dc:subject>PptxGenJS Presentation</dc:subject>
  <dc:creator>Ahamove - Driver Management Team</dc:creator>
  <cp:lastModifiedBy>Ahamove - Driver Management Team</cp:lastModifiedBy>
  <cp:revision>1</cp:revision>
  <dcterms:created xsi:type="dcterms:W3CDTF">2026-04-14T04:55:33Z</dcterms:created>
  <dcterms:modified xsi:type="dcterms:W3CDTF">2026-04-14T04:55:33Z</dcterms:modified>
</cp:coreProperties>
</file>
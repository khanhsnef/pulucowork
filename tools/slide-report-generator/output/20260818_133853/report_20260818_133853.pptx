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1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Tuần này: NW vượt target — HAN/SGN còn gap RPH, RR và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71750"/>
            <a:ext cx="1645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B"/>
                </a:solidFill>
              </a:defRPr>
            </a:pPr>
            <a:r>
              <a:t>NW ghi nhận kết quả tích cực với CTR 77.38% (130% target) và GDR 95.52% (120% target). HAN RPH gap ~5% vs target và SGN Retention giảm cả MoM lẫn YoY là 2 rủi ro cần theo dõi.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0450"/>
            <a:ext cx="16459200" cy="565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E6EBF5"/>
                </a:solidFill>
              </a:defRPr>
            </a:pPr>
            <a:r>
              <a:t>• NW | ['CTR đạt 77.38% — vượt 130% target', 'GDR đạt 95.52% — vượt 120% target']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HAN | ['Retention Rate &gt;=22t đạt 74.2%, cải thiện +0.7% MoM', 'CR PoC chung giảm 0.5% WoW']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HAN | ['RPH đạt 2.07 — gap target ~5%']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SGN | ['Retention Rate hụt &gt;1% MoM và YoY', 'Supply Hours hụt 2% so với planning']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Baga Bulky — Truyền thông form đăng ký | HAN: 178 tài xế | SGN: 336 tài xế | Đang triển khai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Thưởng thời tiết cực đoan | 97% Max Cost đã được claim | Hoàn thành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1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NLM là nhóm churn lớn nhất — SGN RR giảm đồng loạt cả MoM lẫn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71750"/>
            <a:ext cx="1645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B"/>
                </a:solidFill>
              </a:defRPr>
            </a:pPr>
            <a:r>
              <a:t>HAN RR phục hồi nhẹ (+0.7% MoM) nhờ NLM bật tăng 3.68%; SGN ngược chiều với RR -1.4% MoM và NLM giảm sâu -5.45% MoM / -8.41% YoY. Cần khảo sát nguyên nhân churn nhóm NLM SGN ngay.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0450"/>
            <a:ext cx="16459200" cy="565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E6EBF5"/>
                </a:solidFill>
              </a:defRPr>
            </a:pPr>
            <a:r>
              <a:t>• HAN | 74.17% | +0.7% | -0.17% | 78.76% | 80.09%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• SGN | 76.13% | -1.4% | -1.06%</a:t>
            </a:r>
          </a:p>
          <a:p>
            <a:pPr>
              <a:defRPr sz="1400">
                <a:solidFill>
                  <a:srgbClr val="E6EBF5"/>
                </a:solidFill>
              </a:defRPr>
            </a:pPr>
            <a:r>
              <a:t>Phối hợp GR lên plan khảo sát nhóm tài xế churn NLM SGN — xác định lý do đăng ký app nhưng không duy trì hoạt động → thiết kế phương án hỗ trợ sớm.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1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SGN Supply Hours hụt 10.5% — Thời tiết xấu kéo AR/FR giảm 2.5%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71750"/>
            <a:ext cx="1645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B"/>
                </a:solidFill>
              </a:defRPr>
            </a:pPr>
            <a:r>
              <a:t>SGN SH gap 10.5% vs planning (chủ yếu FT/PT/NIM), AR giảm 2.5% và FR giảm 2.7% WoW do ảnh hưởng thời tiết cực đoan và demand Bulky tăng đột biến. HAN ổn định hơn với gap chỉ -2.6% và AR/FR tích cực.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1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Bulky Momentum tăng mạnh — Baga GĐ1 triển khai, Core 2H đội ổn định sau thanh lọc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71750"/>
            <a:ext cx="1645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B"/>
                </a:solidFill>
              </a:defRPr>
            </a:pPr>
            <a:r>
              <a:t>Đơn Bulky high-COD (&gt;=1M) tăng chiếm 50–60% tổng volume trong 2 tuần gần nhất. Baga Bulky GĐ1 đang triển khai với 514 tài xế đăng ký. Core 2H team đã thanh lọc 9 tài xế không đạt, bổ sung 5 tài xế mới, duy trì 77 tài xế active/ngày.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1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Ân xá 13.8 đạt 110% target — Capacity HAN M8 hụt 7.4% MTD do NIM tăng chậm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71750"/>
            <a:ext cx="1645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B"/>
                </a:solidFill>
              </a:defRPr>
            </a:pPr>
            <a:r>
              <a:t>Chiến dịch Ân xá đạt 220/200 tài xế active trở lại (vượt 110% target). Tuy nhiên Capacity tổng HAN tháng 8 hụt 7.4% MTD, NIM chỉ đạt 26.73% target do tốc độ tăng trưởng chậm so với cùng kỳ. Cần push ký quỹ và kích hoạt nhóm chưa đủ điều kiện trước khi kết thúc hạn ân xá.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
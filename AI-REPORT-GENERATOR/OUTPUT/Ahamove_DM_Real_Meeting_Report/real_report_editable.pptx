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1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Báo Cáo Vận Hành DM NW: CTR Đạt 77.38% &amp; GDR Đạt 95.52%, Phát Hiện Vấn Đề UX Check-in Cityzone &amp; Đẩy Mạnh EV Partnership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[NW] OVERALL CTR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77.38%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[NW] OVERALL GDR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95.52%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SGN GDR (HCM)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96.61%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451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HAN GDR (HN)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94.21%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🏆 Key Highlights Vận Hành Tuần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Tuyển dụng Core: Đã đủ lead đăng ký cho Fuji, Ajinomoto, Baga &amp; chuỗi push active CP 15.8 (2-3 noti/ngày).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CityZone Funnel: Quy mô tăng trưởng x3.5 lần (112 -&gt; 394 ca đăng ký, 47 -&gt; 197 tài xế tham gia).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Partnership EV: Đã publish Landing Page policy mới, review xong hợp đồng mượn xe Dat Bike &amp; Selex KOC.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🎯 Trọng Tâm &amp; Điểm Nghẽn Cần Xử Lý Immediate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Phát hiện UX Check-in CityZone: 25.6% tổng đơn thuộc nhóm tài xế chạy ca nhưng quên bấm Check-in.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Tuyển Core BigC Long Biên (HAN): Lead đăng ký cắm chốt chưa đạt kỳ vọng.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Sự cố ngày 14/8: Tự động bật dịch vụ 2H-4H làm tài xế bức xúc trên hội nhóm (Đã fix trong ngày).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22, 24, 26, 27, 28, 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2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Chỉ Số Tuân Thủ CTR &amp; GDR: SGN Giữ Vững GDR 96.61%, HAN CTR Cần Tăng Cường Push Noti Nhắc Nhở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HAN CTR (HN)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72.72%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HAN GDR (HN)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94.21%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SGN CTR (HCM)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79.91%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451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SGN GDR (HCM)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96.61%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📊 Phân Tích Chi Tiết CTR (Compliance True Rate)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HAN CTR đứng ở mức 72.72% (-1.86% WoW), khoảng cách lớn so với Target 130%.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SGN CTR đạt 79.91% (-1.29% WoW), duy trì lượng tài xế tuân thủ quy trình giao nhận tốt hơn.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Hành động: Tăng tần suất Noti &amp; SMS nhắc mở lại dịch vụ đối với nhóm tài xế tại Hà Nội.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📊 Phân Tích Chi Tiết GDR (Good Driver Rate)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SGN GDR đạt 96.61%, chứng minh chất lượng dịch vụ đội ngũ tài xế phía Nam được duy trì xuất sắc.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HAN GDR đạt 94.21% (-1.36% WoW), cần rà soát lại các điểm vi phạm thái độ và thời gian giao.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Chuẩn hóa lại bộ Content &amp; flow truyền thông ngay tại các điểm chạm Mini-hub.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3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CityZone Hub Funnel: 25.6% Đơn Hàng Thuộc Nhóm Tài Xế Chạy Ca Quên Check-in — Vấn Đề UX Thao Tác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REGISTERED HUB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770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CHECK-IN RATE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49.8%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CHƯA CHECK-IN LẦN NÀO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55%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451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ĐƠN NGOÀI CA QUÊN CHECK-IN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25.6%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💡 Phát Hiện Quan Trọng Về Thao Tác Check-In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39% số ca no-show/hủy (99/254 ca) VẪN CÓ ĐƠN HOÀN THÀNH trong đúng khung giờ ca đó (401 đơn).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Năng suất nhóm quên check-in đạt 4.05 đơn/ca (xấp xỉ nhóm check-in chuẩn 4.63 đơn/ca).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Kết luận: Đây KHÔNG PHẢI tài xế lười, mà là vấn đề UX nhận biết thao tác check-in trên App.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⚡ Chi Tiết Phễu Chuyển Đổi Active Hub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Tổng ca đăng ký: 506 ca (100%). Hủy ca: 91 ca (18.0%).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No-show (đăng ký nhưng không check-in): 163 ca (32.2%).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Check-in thực tế: 252 ca (49.8%). Check-in + có đơn hoàn thành: 231 ca (45.7%).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4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Tối Ưu Khung Giờ Ca Hub: Ca Sáng 08:00-12:00 Đạt Năng Suất 6.25 Đơn/Ca (Gấp 2.8 Lần Ca Tối 18:00-20:00)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CA SÁNG 08-12H CHECK-IN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63.2%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CA TỐI 18-20H CHECK-IN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35.0%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NĂNG SUẤT CA 4H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6.25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451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NĂNG SUẤT CA 2H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3.62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📈 Khung Giờ Hiệu Quả Nhất (08:00 – 12:00)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Đạt tỷ lệ Check-in cao nhất (63.2%), sản lượng trung bình 6.25 đơn/ca (2.06 đơn/giờ).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Các ca 14:00-17:00 (54.9% check-in, 4.84 đơn/ca) và 15:00-17:00 (64.3% check-in) cũng đạt hiệu quả cao.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📉 Khung Giờ Kém Hiệu Quả (18:00 – 20:00)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Thu hút 19.2% đăng ký (97 ca) nhưng chỉ có 23.7% check-in thực tế.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Năng suất thấp nhất: Chỉ 2.26 đơn/ca (1.71 đơn/giờ). Đề xuất giảm bớt quota ca tối để đẩy sang ca sáng.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5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Tăng Trưởng Quy Mô Hub: Số Ca Đăng Ký Tăng Tốc x3.5 Lần (T1 -&gt; T2), Cần Giải Quyết 55.8% Tài Xế Rời Bỏ Sau Ca Đầu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TĂNG TRƯỞNG CA T1-&gt;T2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x3.5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TĂNG TRƯỞNG TX T1-&gt;T2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x4.2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7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CHẠY 1 CA RỒI THÔI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55.8%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451" y="1645920"/>
            <a:ext cx="2590723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0E41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QUAY LẠI ≥ 2 NGÀY</a:t>
            </a:r>
          </a:p>
          <a:p>
            <a:pPr>
              <a:defRPr sz="2800" b="1">
                <a:solidFill>
                  <a:srgbClr val="0E4174"/>
                </a:solidFill>
              </a:defRPr>
            </a:pPr>
            <a:r>
              <a:t>39.4%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🚀 Tăng Trưởng Quy Mô 2 Tuần Liên Tiếp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Số ca đăng ký tăng 3.5 lần (từ 112 lên 394 ca), số tài xế tham gia tăng 4.2 lần (từ 47 lên 197 tài xế).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Fill rate tăng từ 79.7% lên 84.1% (+4.4%), cho thấy nhu cầu đơn hàng Hub được đáp ứng tốt hơn.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2926080"/>
            <a:ext cx="539496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🔄 Thách Thức Retention &amp; Gắn Kết Mới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55.8% tài xế (58 TX) chỉ chạy đúng 1 ca rồi ngừng -&gt; Cần tạo điểm chạm training &amp; hướng dẫn chạy Hub lần đầu.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44.2% tài xế quay lại chạy &gt;= 2 ca; 17.3% tài xế (18 TX) trung thành quay lại &gt;= 3 ngày khác nhau.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6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Truyền Thông &amp; Tuyển Đội Core: Đạt Kế Hoạch Fuji &amp; Ajinomoto, Tập Trung Tháo Gỡ Core BigC Long Biên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🏆 Communications Highlights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Thưởng baga &amp; Tuyển Core Fuji, Ajinomoto: Đã thu thập đủ lead đăng ký theo kế hoạch.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Thông báo mở lại dịch vụ tại HAN: Đã phát Noti + SMS với tần suất cao.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Campaign 15.8: Setup popup, bản tin lượng đơn + chuỗi content thưởng điểm nóng, push active 2-3 tin/ngày.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🔴 Lowlights &amp; Kế Hoạch Khắc Phục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Tuyển Core BigC Long Biên chưa đạt kỳ vọng -&gt; Tăng tần suất + mở rộng danh sách push noti (Deadline 20/8, PIC Hoa).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Thông tin truyền thông Mini-hub chưa được hệ thống -&gt; Review content &amp; tạo flow comms chuẩn (Deadline 20/8, PIC Hoa/Khoa/Vân).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7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Hợp Tác EV &amp; Sự Kiện 11 Tuổi: Hoàn Tất Hợp Đồng Dat Bike, Đẩy Mạnh Gói Thuê Xe Aizen Tại SGN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⚡ Tình Hình Chuyển Đổi Phương Tiện EV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Nhu cầu tài xế quan tâm đến EV tăng từ tháng 8, tập trung mạnh nhất tại khu vực TP.HCM.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Done review hợp đồng mượn xe Dat Bike; bàn giao xe Selex cho KOC mượn tư vấn tài xế NW.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Gói thuê xe AIZEN: Tách blog riêng truyền thông &amp; seeding bài viết cho tài xế SGN (Deadline 21/8, PIC Khoa/Vân).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🎉 Pre-event Sinh Nhật Ahamove 11 Tuổi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Triển khai hoạt động CHL &amp; minigame online 'Chuyển ý tưởng - Ghép tương lai'.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Tổ chức chính thức Livestream Sinh nhật Ahamove vào ngày 21/8 (PIC Khoa/Vân/Thúy, Support DM/GR Team).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Lowlight: Tiến độ đàm phán deal quyền lợi Bảo hiểm cho tài xế còn chậm.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25,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7F32"/>
                </a:solidFill>
              </a:defRPr>
            </a:pPr>
            <a:r>
              <a:t>AHAMOVE DRIVER MANAGEMENT • SLIDE 8</a:t>
            </a:r>
          </a:p>
          <a:p>
            <a:pPr>
              <a:defRPr sz="2200" b="1">
                <a:solidFill>
                  <a:srgbClr val="0E4174"/>
                </a:solidFill>
              </a:defRPr>
            </a:pPr>
            <a:r>
              <a:t>Lộ Trình Hành Động 3 Bước: Sửa Thao Tác Check-In UX, Điều Chuyển Quota Ca Sáng &amp; Tháo Gỡ Sự Cố 2H-4H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📋 Bước 1: Fix UX Check-In &amp; Auto Check-In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Thêm Push Notification trước giờ ca 15 phút nhắc bấm Check-in.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Cấu hình Auto Check-in nếu tài xế Online và di chuyển trong phạm vi Hub đúng khung giờ 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48095" y="18288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4174"/>
                </a:solidFill>
              </a:defRPr>
            </a:pPr>
            <a:r>
              <a:t>📋 Bước 2: Điều Chuyển Quota Ca Tối Sang Ca Sáng 4H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Cắt/giảm ca tối 18:00-20:00 (chỉ 2.26 đơn/ca), dịch chuyển quota sang ca sáng 08:00-12:00 (6.25 đơn/ca).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• Xây dựng điểm chạm hướng dẫn chạy Hub lần đầu để giảm tỷ lệ 55.8% tài xế bỏ sau ca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t>Confidential • Ahamove Internal Strategy | Source: Slide 24, 27, 28, 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
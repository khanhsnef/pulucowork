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1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Tỷ Lệ Ontime Đạt 96.4% Nhờ Triển Khai Dynamic Pricing &amp; Mở Rộng 12 Sub-Hubs Miền Nam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TỶ LỆ ONTIME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96.4%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ACTIVE DRIVERS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45,700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CPO (COST/ORDER)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15.8K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NON-OFFLOAD RATE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98.7%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🏆 Key Executive Takeaways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Đội xe Bike Instant duy trì SLA ấn tượng trong chuỗi Mega Sales 15.8.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Tài xế tầng 1 (Core Tier) đóng góp 68% tổng sản lượng đơn hàng Hub &amp; 4H.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Mô hình thưởng mới giảm 15% tình trạng ảo giá mà vẫn giữ chân 94% tài xế VIP.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🎯 Trọng Tâm Vận Hành Q3/2026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Mở rộng thêm 8 Mini-Hubs tại khu vực TP.HCM &amp; Hà Nội.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Chuyển đổi 25% đội xe Hub sang phương tiện điện (EV Fleet) giảm CPO dài hạn.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Tự động hóa 100% quy trình tính thưởng tài xế bằng SQL Pipelines trên Lark Docs.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1, 2,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2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Phân Tích Vùng Miền: Miền Nam Dẫn Đầu Sản Lượng, Miền Bắc Cần Tối Ưu Nguồn Cung Khung Giờ Peak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OCCUPANCY RATE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72.5%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PEAK SLA DROP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3.8%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DRIVER CHURN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4.2%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ACCEPTANCE RATE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88.9%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📊 Biến Động Nguồn Cung Theo Vùng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HCM: Active drivers đạt 28,500 (+14%), tỷ lệ nhận đơn AR đạt 91.2%.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HN: Thiếu hụt 8% tài xế khung giờ 11h-13h tại khu vực Cầu Giấy &amp; Đống Đa.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Miền Trung: Tỷ lệ hoàn thành FR ổn định ở mức 97.5% nhờ gói thưởng streak mới.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🔴 Rủi Rổ &amp; Điểm Nghẽn Cần Xử Lý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Cạnh tranh chiêu mộ tài xế gay gắt từ XanhSM và GrabExpress tại Hà Nội.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Tỷ lệ hủy đơn từ phía tài xế (Cancellation) tăng nhẹ 0.4% vào các ngày mưa lớn.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Cần điều chỉnh thuật toán ghép đơn 4H để giảm thời gian chờ của tài xế tại kho.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4, 5,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3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Kế Hoạch Hành Động Q3/2026: Tự Động Hóa Xử Lý Sự Cố &amp; Tối Ưu Chi Phí Thưởng Tài Xế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📋 Sáng Kiến 1: Dynamic Tiering System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Phân hạng lại 4 tầng tài xế dựa trên chỉ số rủi ro Fraud và SLA cam kết.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Tăng 12% tỷ lệ gắn bó của tài xế Top Tier thông qua gói bảo hiểm sức khỏe.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Thời gian hoàn thành: 15/09/2026. Lead: Ops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📋 Sáng Kiến 2: Chuyển Đổi Đội Xe Điện EV Fleet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Hợp tác thử nghiệm 500 xe máy điện cho tài xế Hub giao Shopee/TikTok Shop.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Dự kiến giảm 18% chi phí nhiên liệu &amp; CPO cho mỗi đơn hàng giao thành công.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Thời gian hoàn thành: 30/09/2026. Lead: Strategic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7,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